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5400000" scaled="0"/>
          </a:gradFill>
        </a:spPr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0EA5E9"/>
              </a:gs>
              <a:gs pos="100000">
                <a:srgbClr val="6366F1"/>
              </a:gs>
            </a:gsLst>
            <a:lin ang="5400000" scaled="0"/>
          </a:gradFill>
        </a:spPr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A5E9"/>
                </a:solidFill>
              </a:rPr>
              <a:t>HACKATHON SUBMISSION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640080"/>
            <a:ext cx="3044952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667512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Powered by 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Expense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EA5E9"/>
                </a:solidFill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CC"/>
                </a:solidFill>
              </a:rPr>
              <a:t>AI-powered compliance  |  Multi-role approval workflow  |  Agency-scoped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D9BBF"/>
                </a:solidFill>
              </a:rPr>
              <a:t>60+ MCP tools let any AI agent — Claude, GPT, Copilot — drive real business workflows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Python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8628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8628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7700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MCP Protocol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2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6772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Next.js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5844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5844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LangGraph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4915" y="3858768"/>
            <a:ext cx="155448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336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4915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D7F5"/>
                </a:solidFill>
              </a:rPr>
              <a:t>Azure-ready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27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Team Auxilab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32764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github.com/Parteek-git2813/expense-management-mcp-server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1A56DB"/>
              </a:gs>
              <a:gs pos="100000">
                <a:srgbClr val="0EA5E9"/>
              </a:gs>
            </a:gsLst>
            <a:lin ang="5400000" scaled="0"/>
          </a:gradFill>
        </a:spPr>
      </p:sp>
      <p:sp>
        <p:nvSpPr>
          <p:cNvPr id="3" name="TextBox 2"/>
          <p:cNvSpPr txBox="1"/>
          <p:nvPr/>
        </p:nvSpPr>
        <p:spPr>
          <a:xfrm>
            <a:off x="11064240" y="109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6DB"/>
                </a:solidFill>
              </a:rPr>
              <a:t>Expense Approval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Manual, slow, and compliance violations are caught too late — or never.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5212080"/>
          </a:xfrm>
          <a:prstGeom prst="rect">
            <a:avLst/>
          </a:prstGeom>
          <a:solidFill>
            <a:srgbClr val="FFF1F1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WITHOUT MCP  |  Today's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Approval queues pile up — managers lack context to prioritise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Finance manually cross-checks receipts against policy PDFs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Violations found after reimbursement — recovery is costly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No audit trail — disputes cannot be resolved cleanly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Multi-agency orgs have zero isolation between teams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7F1D1D"/>
                </a:solidFill>
              </a:rPr>
              <a:t>  x  LLMs hallucinate policy citations — cannot be trusted for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417320"/>
            <a:ext cx="5394960" cy="521208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36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WITH MCP  |  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883664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AI agents query real data via MCP — instant, contextual approvals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Policy check at intake; receipt parsed and reconciled automatically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Violations blocked before submission — deterministic, not LLM-guessed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Immutable audit log — every state change recorded with actor + timestamp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Agency-scoped RBAC — managers see only their team, enforced in code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4532D"/>
                </a:solidFill>
              </a:rPr>
              <a:t>  v  LLM advises; deterministic code decides — math overrides model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1A56DB"/>
              </a:gs>
              <a:gs pos="100000">
                <a:srgbClr val="0EA5E9"/>
              </a:gs>
            </a:gsLst>
            <a:lin ang="5400000" scaled="0"/>
          </a:gradFill>
        </a:spPr>
      </p:sp>
      <p:sp>
        <p:nvSpPr>
          <p:cNvPr id="3" name="TextBox 2"/>
          <p:cNvSpPr txBox="1"/>
          <p:nvPr/>
        </p:nvSpPr>
        <p:spPr>
          <a:xfrm>
            <a:off x="11064240" y="109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6DB"/>
                </a:solidFill>
              </a:rPr>
              <a:t>MCP at the Core of Every Business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60+ MCP tools expose the full expense workflow to any AI agent. The platform is the first production-grade MCP server for enterprise finance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910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6596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5 Deterministic Engine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4942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Policy checker, receipt parser, category classifier, duplicate detector, report summariser. Pure Python. No LLM required for core compliance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6304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910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6596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60+ MCP Tools  -&gt;  Any AI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4942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Claude Desktop, GPT-4, Copilot, or a custom agent can read data, submit sheets, approve line items, and query policies -- all via standard MCP over stdio.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46304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5910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96596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Multi-Stage Approval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24942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Employee -&gt; Manager -&gt; AI Finance Approver -&gt; Finance Human. State machine enforces transitions. Segregation of duties is code, not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856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16052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Agency-Scoped RBAC  (5 Roles)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44398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Employee, Manager, Finance, Admin, LLM Approver. Managers see only their agency. Finance cannot override their own submissions.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365760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7856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16052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In-App 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44398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Natural language routed deterministically to API calls -- no hallucination. Every answer cites the rule applied. Admin, manager, finance each get a scoped assistant.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3657600"/>
            <a:ext cx="37033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7856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160520"/>
            <a:ext cx="3374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Runs Offline or on Azure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443984"/>
            <a:ext cx="33741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SQLite + local providers for zero-infra demo. Swap to PostgreSQL + Azure Foundry + AI Search + Document Intelligence at config level.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1591056"/>
            <a:ext cx="749808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159105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59" y="1591056"/>
            <a:ext cx="749808" cy="274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159105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9327" y="1591056"/>
            <a:ext cx="74980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159105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785615"/>
            <a:ext cx="749808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785615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RBAC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59" y="3785615"/>
            <a:ext cx="749808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3785615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AI 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9327" y="3785615"/>
            <a:ext cx="74980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785615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1A56DB"/>
              </a:gs>
              <a:gs pos="100000">
                <a:srgbClr val="0EA5E9"/>
              </a:gs>
            </a:gsLst>
            <a:lin ang="5400000" scaled="0"/>
          </a:gradFill>
        </a:spPr>
      </p:sp>
      <p:sp>
        <p:nvSpPr>
          <p:cNvPr id="3" name="TextBox 2"/>
          <p:cNvSpPr txBox="1"/>
          <p:nvPr/>
        </p:nvSpPr>
        <p:spPr>
          <a:xfrm>
            <a:off x="11064240" y="109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6DB"/>
                </a:solidFill>
              </a:rPr>
              <a:t>MCP: The Universal Business Process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Any MCP-compatible AI agent connects once and gets the full workflow surface -- read, write, approve, audit.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943600" cy="521208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00" b="1">
                <a:solidFill>
                  <a:srgbClr val="0EA5E9"/>
                </a:solidFill>
                <a:latin typeface="Consolas"/>
              </a:rPr>
              <a:t>  AI Agent  (Claude / GPT / Copilot / Custom)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Consolas"/>
              </a:rPr>
              <a:t>       |  MCP stdio transport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334155"/>
                </a:solidFill>
                <a:latin typeface="Consolas"/>
              </a:rPr>
              <a:t>  +------------------------------------------+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BDD7F5"/>
                </a:solidFill>
                <a:latin typeface="Consolas"/>
              </a:rPr>
              <a:t>  |   MCP Server  (60+ tools, 7 prompts)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94A3B8"/>
                </a:solidFill>
                <a:latin typeface="Consolas"/>
              </a:rPr>
              <a:t>  |   - Employee tools (sheets, receipts)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94A3B8"/>
                </a:solidFill>
                <a:latin typeface="Consolas"/>
              </a:rPr>
              <a:t>  |   - Manager tools (approve, reject) 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94A3B8"/>
                </a:solidFill>
                <a:latin typeface="Consolas"/>
              </a:rPr>
              <a:t>  |   - Finance tools (policy, audit)   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94A3B8"/>
                </a:solidFill>
                <a:latin typeface="Consolas"/>
              </a:rPr>
              <a:t>  |   - Admin tools (users, agencies)   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334155"/>
                </a:solidFill>
                <a:latin typeface="Consolas"/>
              </a:rPr>
              <a:t>  +------------------------------------------+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Consolas"/>
              </a:rPr>
              <a:t>       |  REST + JWT (RBAC enforced)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334155"/>
                </a:solidFill>
                <a:latin typeface="Consolas"/>
              </a:rPr>
              <a:t>  +------------------------------------------+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BDD7F5"/>
                </a:solidFill>
                <a:latin typeface="Consolas"/>
              </a:rPr>
              <a:t>  |   FastAPI  (RBAC + Audit Log)        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94A3B8"/>
                </a:solidFill>
                <a:latin typeface="Consolas"/>
              </a:rPr>
              <a:t>  |   Workflow state machine, rate limiting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334155"/>
                </a:solidFill>
                <a:latin typeface="Consolas"/>
              </a:rPr>
              <a:t>  +------------------------------------------+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Consolas"/>
              </a:rPr>
              <a:t>       |                    |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EE7B7"/>
                </a:solidFill>
                <a:latin typeface="Consolas"/>
              </a:rPr>
              <a:t>  Core Engine (5 tools)   LangGraph Approver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EE7B7"/>
                </a:solidFill>
                <a:latin typeface="Consolas"/>
              </a:rPr>
              <a:t>  SQLite / PostgreSQL  |  Azure Foundry /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89888"/>
            <a:ext cx="5056632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389888"/>
            <a:ext cx="54864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4813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Natural Language -&gt; Real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77393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"Show pending expense sheets" -&gt; MCP tool -&gt; live API query -&gt; structured response. No custom integration code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670048"/>
            <a:ext cx="5056632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670048"/>
            <a:ext cx="54864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761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RBAC-Enforced Tool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05409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Each MCP session carries the user's JWT. Tool calls are scoped to role and agency automatically -- no client-side enforcement.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950208"/>
            <a:ext cx="5056632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950208"/>
            <a:ext cx="54864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40416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Audit Trail for Every AI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433425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Every MCP tool call that mutates data writes to the immutable audit log. AI actions are indistinguishable from human actions in the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230368"/>
            <a:ext cx="5056632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5230368"/>
            <a:ext cx="54864" cy="1170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53218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Offline or Cloud -- Same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61441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Demo with SQLite + local providers. Point at Azure Foundry and the same 60+ tools gain real OCR, RAG, and LLM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1A56DB"/>
              </a:gs>
              <a:gs pos="100000">
                <a:srgbClr val="0EA5E9"/>
              </a:gs>
            </a:gsLst>
            <a:lin ang="5400000" scaled="0"/>
          </a:gradFill>
        </a:spPr>
      </p:sp>
      <p:sp>
        <p:nvSpPr>
          <p:cNvPr id="3" name="TextBox 2"/>
          <p:cNvSpPr txBox="1"/>
          <p:nvPr/>
        </p:nvSpPr>
        <p:spPr>
          <a:xfrm>
            <a:off x="11064240" y="109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6DB"/>
                </a:solidFill>
              </a:rPr>
              <a:t>Production-Grade. Offline-Runnable. Fully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Comprehensive security, MCP-first design, and zero-infrastructure demo in under 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26060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</a:rPr>
              <a:t>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MCP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054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Full API surface
exposed to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89888"/>
            <a:ext cx="26060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7276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Test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054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Policy, RBAC, workflow,
MCP contracts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89888"/>
            <a:ext cx="26060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7276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311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054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Employee, Manager,
Finance, Admin, 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89888"/>
            <a:ext cx="26060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7276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311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Azure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054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Full offline mode -
SQLite + local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5394960" cy="35661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82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SECURITY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1296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RBAC enforced at API layer -- client is never trusted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Segregation of duties enforced in code, not policy documents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Immutable audit log -- every state change has actor + timestamp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Rate limiting (slowapi) + CORS + Argon2 password hashing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Pluggable auth -- DB now, Entra SSO at a single config switch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4532D"/>
                </a:solidFill>
              </a:rPr>
              <a:t>  +  Row-level agency scope -- SQL WHERE agency_id = :user_agency_id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3063240"/>
            <a:ext cx="5394960" cy="3566160"/>
          </a:xfrm>
          <a:prstGeom prst="rect">
            <a:avLst/>
          </a:prstGeom>
          <a:solidFill>
            <a:srgbClr val="EFF6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3182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MCP + LLM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511296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Deterministic numeric caps override LLM verdict -- always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Every AI answer cites the exact rule it applied (no guessing)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Offline fallback -- no LLM endpoint = route all uncertain cases to human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Azure Content Safety + Prompt Shield hooks (ready to activate)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No LLM has direct write access -- mutations require human confirmation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3A8A"/>
                </a:solidFill>
              </a:rPr>
              <a:t>  +  MCP tool schema validation prevents prompt injection via tool args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gradFill>
            <a:gsLst>
              <a:gs pos="0">
                <a:srgbClr val="1A56DB"/>
              </a:gs>
              <a:gs pos="100000">
                <a:srgbClr val="0EA5E9"/>
              </a:gs>
            </a:gsLst>
            <a:lin ang="5400000" scaled="0"/>
          </a:gradFill>
        </a:spPr>
      </p:sp>
      <p:sp>
        <p:nvSpPr>
          <p:cNvPr id="3" name="TextBox 2"/>
          <p:cNvSpPr txBox="1"/>
          <p:nvPr/>
        </p:nvSpPr>
        <p:spPr>
          <a:xfrm>
            <a:off x="11064240" y="109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6DB"/>
                </a:solidFill>
              </a:rPr>
              <a:t>Roadmap: Expanding MCP to More Business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Core platform is complete. These are the next planned milestones to move from demo to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713232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[DONE]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Core engine + REST API + MCP server + multi-role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All four layers complete. 22 test files. Full RBAC + audit. 60+ MCP tools. Azure-ready at config level.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11274552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[NEXT]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67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Live LLM finance approver (LangGraph + Azure Foundry)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42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LangGraph worker and prompts are scaffolded. Connect an Azure AI Foundry endpoint to activate real LLM-driven approval decisions with agency-scoped policy RAG retrieval.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80944"/>
            <a:ext cx="11274552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455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[NEXT]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72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Receipt OCR + vector policy RAG via Azure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46703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Wire Azure Document Intelligence for image/PDF receipt parsing and Azure AI Search for vector-similarity policy retrieval -- scoped per agency.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85615"/>
            <a:ext cx="1127455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02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[LATER]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7705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Expand MCP tools to HR, procurement, and travel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5137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The same MCP architecture applied to adjacent domains: travel booking policy checks, procurement approvals, and HR reimbursement -- one agent, many workflows.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90288"/>
            <a:ext cx="1127455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[LATER]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81727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Production hardening (VNet, WAF, APIM, observability)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5604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All Bicep flags already defined -- activate per environment: Private Endpoints, Front Door WAF, APIM gateway, Application Insights, cross-region failover.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26480"/>
            <a:ext cx="11274552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1904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</a:rPr>
              <a:t>Try it now:  pip install -e ./core-engine &amp;&amp; pip install -e ./api  then  python demo.py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190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Team Auxilab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